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0" y="54864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645920" y="40233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(AIML)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Phase-I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(SHOPXPRESS – E-COMMERCE WEB APPLICATION)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8229600" cy="0"/>
          </a:xfrm>
          <a:prstGeom prst="line">
            <a:avLst/>
          </a:prstGeom>
          <a:noFill/>
          <a:ln w="19050">
            <a:solidFill>
              <a:srgbClr val="A05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44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Sugandha Saxena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Bhuvana Mohini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KUMAR (ENG24AM0270)    SHINGALA DEV (ENG24AM0359)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 V S (ENG24AM0239)    BHAGAVAN B M (ENG24AM0014)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SHOPXPRESS –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 APPLICATION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KUMAR (ENG24AM0270)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SHINGALA DEV (ENG24AM0359)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597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 V S (ENG24AM0239)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4378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BHAGAVAN B M (ENG24AM0014)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Dr. Sugandha Saxena / Prof. Bhuvana Mohini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Assistant Professor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Dayananda Sagar University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Bengaluru, Harohalli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Web-based, full-stack e-commerce platform designed for seamless online shopping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user-friendly interface for browsing, selecting, and purchasing products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product catalog, cart system, payment gateway, and order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70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 full-stack e-commerce web application (SHOPXPRESS)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product search &amp; filter, shopping cart, secure checkout, and delivery tracking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67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for product/inventory management, order management, and analytics dashboard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1737360"/>
                <a:gridCol w="1645920"/>
                <a:gridCol w="192024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/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 Architecture in E-Commerce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Int'l Journal of Scientific Dev.,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Microservices, API Gateway, Docker, Kubernetes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scalability, better fault 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system mgmt, requires skilled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Web Application in Azure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ResearchGate / Cloud Computing,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Cloud-based (Microsoft Azure), distributed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reliability, cost-effective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dependency, ongoing operational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Comparison: Monolithic vs Microservices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Int'l Journal Intelligent Systems,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Node.js-based Monolithic vs Microservices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 better under load; Monolithic simpler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architecture; poor scalability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Cloud Architecture for E-Commerce Dynamic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Int'l Journal Applied Science,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cloud, AI/ML pricing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dynamic pricing, balanced scalability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security challenges, AI integration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28600" y="868680"/>
            <a:ext cx="8686800" cy="475488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868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148840" y="8686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Year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94760" y="86868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32120" y="8686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868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face difficulty in finding reliable and efficient online shopping platforms that offer fast browsing, secure payments, and smooth user experience.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experience delays, poor navigation, and lack of personalized recommendations, leading to reduced satisfaction and abandoned purchases.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DEFINITION OF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product search and filtering systems increase user effort and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07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integrated and secure payment systems creates trust issues among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(Including Technology)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</a:t>
            </a:r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SHOPXPRESS – E-Commerce Web Application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modern full-stack technologies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HTML, CSS, JavaScript (React.js) for responsive and interactive UI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/ Django for efficient server-side processing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4256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/ MongoDB for structured data management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</a:t>
            </a:r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SHOPXPRESS – E-Commerce Web Application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provides a fast, secure, and user-friendly online shopping experience.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892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user authentication and authorization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efficient product search and filtering mechanisms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 shopping cart and secure checkout functionality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352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payment gateway for online transactions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826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responsive and intuitive user interface for seamless browsing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admin panel for product, order, and user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ensure data security and privacy through encryption techniques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325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optimize system performance and scalability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in Detail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0"/>
            <a:ext cx="1371600" cy="2377440"/>
          </a:xfrm>
          <a:prstGeom prst="rect">
            <a:avLst/>
          </a:prstGeom>
          <a:solidFill>
            <a:srgbClr val="2C3E50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89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2011680"/>
            <a:ext cx="45720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3200400"/>
            <a:ext cx="45720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371600"/>
            <a:ext cx="822960" cy="2377440"/>
          </a:xfrm>
          <a:prstGeom prst="rect">
            <a:avLst/>
          </a:prstGeom>
          <a:solidFill>
            <a:srgbClr val="2C3E50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554480"/>
            <a:ext cx="36576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417320"/>
            <a:ext cx="2560320" cy="457200"/>
          </a:xfrm>
          <a:prstGeom prst="rect">
            <a:avLst/>
          </a:prstGeom>
          <a:solidFill>
            <a:srgbClr val="2C3E50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347472" cy="34747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91072" y="1600200"/>
            <a:ext cx="45720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121408"/>
            <a:ext cx="36576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984248"/>
            <a:ext cx="2560320" cy="457200"/>
          </a:xfrm>
          <a:prstGeom prst="rect">
            <a:avLst/>
          </a:prstGeom>
          <a:solidFill>
            <a:srgbClr val="2C3E50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9842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029968"/>
            <a:ext cx="347472" cy="34747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91072" y="2167128"/>
            <a:ext cx="45720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2688336"/>
            <a:ext cx="36576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551176"/>
            <a:ext cx="2560320" cy="457200"/>
          </a:xfrm>
          <a:prstGeom prst="rect">
            <a:avLst/>
          </a:prstGeom>
          <a:solidFill>
            <a:srgbClr val="2C3E50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5511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Service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596896"/>
            <a:ext cx="347472" cy="34747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91072" y="2734056"/>
            <a:ext cx="45720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3255264"/>
            <a:ext cx="36576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118104"/>
            <a:ext cx="2560320" cy="457200"/>
          </a:xfrm>
          <a:prstGeom prst="rect">
            <a:avLst/>
          </a:prstGeom>
          <a:solidFill>
            <a:srgbClr val="2C3E50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1181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Service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163824"/>
            <a:ext cx="347472" cy="34747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163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66560" y="1417320"/>
            <a:ext cx="1005840" cy="2194560"/>
          </a:xfrm>
          <a:prstGeom prst="rect">
            <a:avLst/>
          </a:prstGeom>
          <a:solidFill>
            <a:srgbClr val="2C3E50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2860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931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the monolith: The API Gateway routes client requests to isolated, independently scalable services communicating via a centralized Message Broker for asynchronous reliability.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to identify user needs and system features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including architecture (frontend, backend, database)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482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using wireframes and responsive layouts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Implementation: developing search algorithms and optimizing database queries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723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APIs for payment gateway and authentication protocols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844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 phase using React.js, Node.js / Django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validation, and performance optimization of the complete system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UI Showcase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94360" cy="25603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51560" y="1783080"/>
            <a:ext cx="27432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600200"/>
            <a:ext cx="1554480" cy="36576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600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1636776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783080"/>
            <a:ext cx="27432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395728"/>
            <a:ext cx="27432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2212848"/>
            <a:ext cx="1554480" cy="36576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2128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249424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395728"/>
            <a:ext cx="27432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008376"/>
            <a:ext cx="27432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2825496"/>
            <a:ext cx="1554480" cy="36576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8254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0" y="2862072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008376"/>
            <a:ext cx="27432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3621024"/>
            <a:ext cx="27432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3438144"/>
            <a:ext cx="1554480" cy="36576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34381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0" y="3474720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1600200"/>
            <a:ext cx="548640" cy="242316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6060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251960" y="1143000"/>
            <a:ext cx="0" cy="320040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188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1572768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1892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responsive UI with product search, categories, and featured products.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2441448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276148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page with encrypted credential handling and session routing.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0" y="3310128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337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6301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catalog with real-time data, quantity selector, and Add to Cart.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Discussion: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development of SHOPXPRESS – E-Commerce Web Application with all core functionalities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538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smooth user registration, login, and authentication processes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product browsing, search, and filtering with reduced response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500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cart management and checkout workflow implemented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9806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integration enabled reliable online transactions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page load time due to optimized frontend rendering and efficient API calls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9417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data retrieval using indexed database queries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4223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 with intuitive UI/UX 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5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H. T. Samoylenko and A. V. Selivanova, "Microservice architecture of the e-commerce system," Mathematical Machines and Systems, vol. 1, pp. 70–76, 2024.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S. S. K. Athamakuri and J. Thiruveedula, "Microservices Architecture in E-commerce: A Comparative Analysis of Performance, Scalability, and Maintainability," International Journal for Research Publication and Seminars, vol. 16, no. 2, pp. 110–124, Apr. 2025.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A. R. Guntakandla, "Microservices Architecture: Decomposing E-Commerce Monoliths into Scalable, Independent Services," Journal of Information Systems Engineering and Management, vol. 10, no. 58s, Aug. 2025.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M. Thalor, "Analysis of Monolithic and Microservices System Architectures for an E-Commerce Web Application," International Journal of Intelligent Systems and Applications in Engineering, vol. 12, no. 4, pp. 2400–2406, 2024.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04/25/26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DAYANANDA SAGAR UNIVERSITY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ShopXpress – E-Commerce Web Application</dc:title>
  <dc:subject>PptxGenJS Presentation</dc:subject>
  <dc:creator>PptxGenJS</dc:creator>
  <cp:lastModifiedBy>PptxGenJS</cp:lastModifiedBy>
  <cp:revision>1</cp:revision>
  <dcterms:created xsi:type="dcterms:W3CDTF">2026-04-25T06:17:07Z</dcterms:created>
  <dcterms:modified xsi:type="dcterms:W3CDTF">2026-04-25T06:17:07Z</dcterms:modified>
</cp:coreProperties>
</file>